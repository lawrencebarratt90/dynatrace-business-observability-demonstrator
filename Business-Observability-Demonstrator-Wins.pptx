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612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Observability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Segoe UI"/>
              </a:defRPr>
            </a:pPr>
            <a:r>
              <a:t>Wins, Partners &amp; Opportunities — Q2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4BEA0"/>
                </a:solidFill>
                <a:latin typeface="Segoe UI"/>
              </a:defRPr>
            </a:pPr>
            <a:r>
              <a:t>dynatrace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657600" cy="23774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14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EA0"/>
                </a:solidFill>
                <a:latin typeface="Segoe UI"/>
              </a:defRPr>
            </a:pPr>
            <a:r>
              <a:t>🏆  WINS THIS QUARTER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Neso — Partner: Wipro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Met Police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Parkland Health — Partner: Kyndryl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Deals rescued by tying IT back to business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657600" cy="23774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8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4BF"/>
                </a:solidFill>
                <a:latin typeface="Segoe UI"/>
              </a:defRPr>
            </a:pPr>
            <a:r>
              <a:t>🤝  PARTNERS DEPLOYED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Accenture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TCS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Eviden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Alanata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Home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TietoEvry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25880"/>
            <a:ext cx="3474720" cy="23774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58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8928"/>
                </a:solidFill>
                <a:latin typeface="Segoe UI"/>
              </a:defRPr>
            </a:pPr>
            <a:r>
              <a:t>🔑  KEY ACCOUNT: MUFG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Mitsubishi UFJ Financial Group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Uses Murex MX.3 for trading, risk &amp; post-trade ops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EMEA securities + Krungsri subsidiary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BizObs ties trading platform health → revenue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7639"/>
            <a:ext cx="11338560" cy="2560320"/>
          </a:xfrm>
          <a:prstGeom prst="roundRect">
            <a:avLst/>
          </a:prstGeom>
          <a:solidFill>
            <a:srgbClr val="202038"/>
          </a:solidFill>
          <a:ln w="19050">
            <a:solidFill>
              <a:srgbClr val="612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EA0"/>
                </a:solidFill>
                <a:latin typeface="Segoe UI"/>
              </a:defRPr>
            </a:pPr>
            <a:r>
              <a:t>📊  WHY BUSINESS OBSERVABILITY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555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200">
                <a:solidFill>
                  <a:srgbClr val="E0E0E0"/>
                </a:solidFill>
                <a:latin typeface="Segoe UI"/>
              </a:defRPr>
            </a:pPr>
            <a:r>
              <a:t>Deals at risk when IT metrics can't tie back to business outcomes</a:t>
            </a:r>
          </a:p>
          <a:p>
            <a:pPr>
              <a:spcBef>
                <a:spcPts val="400"/>
              </a:spcBef>
              <a:defRPr sz="1200">
                <a:solidFill>
                  <a:srgbClr val="E0E0E0"/>
                </a:solidFill>
                <a:latin typeface="Segoe UI"/>
              </a:defRPr>
            </a:pPr>
            <a:r>
              <a:t>Executives don't care about p99 latency — they care about revenue</a:t>
            </a:r>
          </a:p>
          <a:p>
            <a:pPr>
              <a:spcBef>
                <a:spcPts val="400"/>
              </a:spcBef>
              <a:defRPr sz="1200">
                <a:solidFill>
                  <a:srgbClr val="E0E0E0"/>
                </a:solidFill>
                <a:latin typeface="Segoe UI"/>
              </a:defRPr>
            </a:pPr>
            <a:r>
              <a:t>Competitors (Leonardo, etc.) reframe the narrative around business value</a:t>
            </a:r>
          </a:p>
          <a:p>
            <a:pPr>
              <a:spcBef>
                <a:spcPts val="400"/>
              </a:spcBef>
              <a:defRPr sz="1200">
                <a:solidFill>
                  <a:srgbClr val="E0E0E0"/>
                </a:solidFill>
                <a:latin typeface="Segoe UI"/>
              </a:defRPr>
            </a:pPr>
            <a:r>
              <a:t>Without BizObs, we're selling infrastructure monitoring — not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EA0"/>
                </a:solidFill>
                <a:latin typeface="Segoe UI"/>
              </a:defRPr>
            </a:pPr>
            <a:r>
              <a:t>The Demonstrator Advantage</a:t>
            </a:r>
          </a:p>
          <a:p>
            <a:pPr>
              <a:spcBef>
                <a:spcPts val="400"/>
              </a:spcBef>
              <a:defRPr sz="1200">
                <a:solidFill>
                  <a:srgbClr val="E0E0E0"/>
                </a:solidFill>
                <a:latin typeface="Segoe UI"/>
              </a:defRPr>
            </a:pPr>
            <a:r>
              <a:t>Not taking systems out — moving the narrative to business outcomes</a:t>
            </a:r>
          </a:p>
          <a:p>
            <a:pPr>
              <a:spcBef>
                <a:spcPts val="400"/>
              </a:spcBef>
              <a:defRPr sz="1200">
                <a:solidFill>
                  <a:srgbClr val="E0E0E0"/>
                </a:solidFill>
                <a:latin typeface="Segoe UI"/>
              </a:defRPr>
            </a:pPr>
            <a:r>
              <a:t>Live, tailored demo in 30 min: their journey, their KPIs, their revenue</a:t>
            </a:r>
          </a:p>
          <a:p>
            <a:pPr>
              <a:spcBef>
                <a:spcPts val="400"/>
              </a:spcBef>
              <a:defRPr sz="1200">
                <a:solidFill>
                  <a:srgbClr val="E0E0E0"/>
                </a:solidFill>
                <a:latin typeface="Segoe UI"/>
              </a:defRPr>
            </a:pPr>
            <a:r>
              <a:t>110+ industry templates across 55+ verticals</a:t>
            </a:r>
          </a:p>
          <a:p>
            <a:pPr>
              <a:spcBef>
                <a:spcPts val="400"/>
              </a:spcBef>
              <a:defRPr sz="1200">
                <a:solidFill>
                  <a:srgbClr val="E0E0E0"/>
                </a:solidFill>
                <a:latin typeface="Segoe UI"/>
              </a:defRPr>
            </a:pPr>
            <a:r>
              <a:t>AI-powered: describe any journey in plain language → full simulation</a:t>
            </a:r>
          </a:p>
          <a:p>
            <a:pPr>
              <a:spcBef>
                <a:spcPts val="400"/>
              </a:spcBef>
              <a:defRPr sz="1200">
                <a:solidFill>
                  <a:srgbClr val="E0E0E0"/>
                </a:solidFill>
                <a:latin typeface="Segoe UI"/>
              </a:defRPr>
            </a:pPr>
            <a:r>
              <a:t>Every failure shows business impact: "340 journeys blocked, $127K at risk"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612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Playbook: Deploy → Demo →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Segoe UI"/>
              </a:defRPr>
            </a:pPr>
            <a:r>
              <a:t>Simple deployment, powerful story, proven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4BEA0"/>
                </a:solidFill>
                <a:latin typeface="Segoe UI"/>
              </a:defRPr>
            </a:pPr>
            <a:r>
              <a:t>dynatrace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669280" cy="28346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14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EA0"/>
                </a:solidFill>
                <a:latin typeface="Segoe UI"/>
              </a:defRPr>
            </a:pPr>
            <a:r>
              <a:t>🎯  THE STORY (Tell → Show → Close)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8928"/>
                </a:solidFill>
                <a:latin typeface="Segoe UI"/>
              </a:defRPr>
            </a:pPr>
            <a:r>
              <a:t>1.  Tell 'em what you're gonna tell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"Your deals are at risk. IT metrics alone don't close executives."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8928"/>
                </a:solidFill>
                <a:latin typeface="Segoe UI"/>
              </a:defRPr>
            </a:pPr>
            <a:r>
              <a:t>2.  Tell them — 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Show their actual journey running live in Dynatrace</a:t>
            </a:r>
          </a:p>
          <a:p>
            <a:pPr>
              <a:spcBef>
                <a:spcPts val="400"/>
              </a:spcBef>
              <a:defRPr sz="1100">
                <a:solidFill>
                  <a:srgbClr val="A0A0A0"/>
                </a:solidFill>
                <a:latin typeface="Segoe UI"/>
              </a:defRPr>
            </a:pPr>
            <a:r>
              <a:t>Break something → show revenue impact, not just errors</a:t>
            </a:r>
          </a:p>
          <a:p>
            <a:pPr>
              <a:spcBef>
                <a:spcPts val="400"/>
              </a:spcBef>
              <a:defRPr sz="1100">
                <a:solidFill>
                  <a:srgbClr val="A0A0A0"/>
                </a:solidFill>
                <a:latin typeface="Segoe UI"/>
              </a:defRPr>
            </a:pPr>
            <a:r>
              <a:t>AI resolves it → show autonomous operations closing the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8928"/>
                </a:solidFill>
                <a:latin typeface="Segoe UI"/>
              </a:defRPr>
            </a:pPr>
            <a:r>
              <a:t>3.  Tell 'em what you told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"Get it deployed → I'll help with enablement post-deployment."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25880"/>
            <a:ext cx="5394960" cy="28346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8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4BF"/>
                </a:solidFill>
                <a:latin typeface="Segoe UI"/>
              </a:defRPr>
            </a:pPr>
            <a:r>
              <a:t>🚀  DEPLOYMENT (&lt; 30 minutes)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19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①  Run setup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7568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Installs Node.js, Ollama AI, OneAgent, OpenTelemetry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5000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②  Deploy to Dynatrace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55117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One command: npx dt-app deploy → live in your tenant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2549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③  Configure EdgeConnect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2666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Secure tunnel from Dynatrace to your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0098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④  Open the app → Get Started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0215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5-tab wizard walks through everything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77647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⑤  Choose a journey → 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977639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Segoe UI"/>
              </a:defRPr>
            </a:pPr>
            <a:r>
              <a:t>Pick from 110+ templates or describe your 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34840"/>
            <a:ext cx="11338560" cy="2103120"/>
          </a:xfrm>
          <a:prstGeom prst="roundRect">
            <a:avLst/>
          </a:prstGeom>
          <a:solidFill>
            <a:srgbClr val="202038"/>
          </a:solidFill>
          <a:ln w="19050">
            <a:solidFill>
              <a:srgbClr val="612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EA0"/>
                </a:solidFill>
                <a:latin typeface="Segoe UI"/>
              </a:defRPr>
            </a:pPr>
            <a:r>
              <a:t>📈  PROVEN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37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8928"/>
                </a:solidFill>
                <a:latin typeface="Segoe UI"/>
              </a:defRPr>
            </a:pPr>
            <a:r>
              <a:t>Neso + Wipro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12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BizObs demo shifted the conversation</a:t>
            </a:r>
            <a:br/>
            <a:r>
              <a:t>from infra monitoring to business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937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8928"/>
                </a:solidFill>
                <a:latin typeface="Segoe UI"/>
              </a:defRPr>
            </a:pPr>
            <a:r>
              <a:t>Parkland Health + Kyndryl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212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Patient journey simulation showed</a:t>
            </a:r>
            <a:br/>
            <a:r>
              <a:t>executive team real-time revenue at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37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8928"/>
                </a:solidFill>
                <a:latin typeface="Segoe UI"/>
              </a:defRPr>
            </a:pPr>
            <a:r>
              <a:t>Met Police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212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Connected operational systems</a:t>
            </a:r>
            <a:br/>
            <a:r>
              <a:t>to citizen-facing service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EA0"/>
                </a:solidFill>
                <a:latin typeface="Segoe UI"/>
              </a:defRPr>
            </a:pPr>
            <a:r>
              <a:t>💬  Get it deployed → I can help with enablement and partner onboarding.   |   Not taking systems out — moving the narrative to Business Observability.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